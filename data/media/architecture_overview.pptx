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945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Ren'Py Story Graph Editor 架构图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DCE6F0"/>
                </a:solidFill>
              </a:rPr>
              <a:t>由本地 AI 助手生成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6590" y="5394960"/>
            <a:ext cx="3657600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48640"/>
            <a:ext cx="256032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82296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总体分层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949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A5276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82296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Pipeline 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949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A5276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82296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Core 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949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A5276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82296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数据流（关键路径）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9494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A5276"/>
                </a:solidFill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